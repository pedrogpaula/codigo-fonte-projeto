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2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04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32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50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58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1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08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77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2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2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1767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pt-br/dotnet/csharp/linq/standard-query-operator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Aptos Narrow" panose="020B0004020202020204" pitchFamily="34" charset="0"/>
              </a:rPr>
              <a:t>Sistema de </a:t>
            </a:r>
            <a:r>
              <a:rPr dirty="0" err="1">
                <a:latin typeface="Aptos Narrow" panose="020B0004020202020204" pitchFamily="34" charset="0"/>
              </a:rPr>
              <a:t>Clínica</a:t>
            </a:r>
            <a:r>
              <a:rPr dirty="0">
                <a:latin typeface="Aptos Narrow" panose="020B0004020202020204" pitchFamily="34" charset="0"/>
              </a:rPr>
              <a:t> </a:t>
            </a:r>
            <a:r>
              <a:rPr dirty="0" err="1">
                <a:latin typeface="Aptos Narrow" panose="020B0004020202020204" pitchFamily="34" charset="0"/>
              </a:rPr>
              <a:t>Veterinária</a:t>
            </a:r>
            <a:endParaRPr dirty="0">
              <a:latin typeface="Aptos Narrow" panose="020B00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>
                <a:latin typeface="Aptos Narrow" panose="020B0004020202020204" pitchFamily="34" charset="0"/>
              </a:rPr>
              <a:t>Pedro Gonçalves de Paula</a:t>
            </a:r>
          </a:p>
          <a:p>
            <a:r>
              <a:rPr lang="pt-BR" dirty="0">
                <a:latin typeface="Aptos Narrow" panose="020B0004020202020204" pitchFamily="34" charset="0"/>
              </a:rPr>
              <a:t>Professor: </a:t>
            </a:r>
            <a:r>
              <a:rPr lang="pt-BR" dirty="0" err="1">
                <a:latin typeface="Aptos Narrow" panose="020B0004020202020204" pitchFamily="34" charset="0"/>
              </a:rPr>
              <a:t>rosenclever</a:t>
            </a:r>
            <a:r>
              <a:rPr lang="pt-BR" dirty="0">
                <a:latin typeface="Aptos Narrow" panose="020B0004020202020204" pitchFamily="34" charset="0"/>
              </a:rPr>
              <a:t> Lopes </a:t>
            </a:r>
            <a:r>
              <a:rPr lang="pt-BR" dirty="0" err="1">
                <a:latin typeface="Aptos Narrow" panose="020B0004020202020204" pitchFamily="34" charset="0"/>
              </a:rPr>
              <a:t>gazoni</a:t>
            </a:r>
            <a:r>
              <a:rPr lang="pt-BR" dirty="0">
                <a:latin typeface="Aptos Narrow" panose="020B0004020202020204" pitchFamily="34" charset="0"/>
              </a:rPr>
              <a:t>                   Programação orientada a objetos </a:t>
            </a:r>
            <a:r>
              <a:rPr lang="pt-BR" dirty="0" err="1">
                <a:latin typeface="Aptos Narrow" panose="020B0004020202020204" pitchFamily="34" charset="0"/>
              </a:rPr>
              <a:t>ii</a:t>
            </a:r>
            <a:endParaRPr dirty="0"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ptos Narrow" panose="020B0004020202020204" pitchFamily="34" charset="0"/>
              </a:rPr>
              <a:t>Temática</a:t>
            </a:r>
            <a:r>
              <a:rPr lang="pt-BR" dirty="0">
                <a:latin typeface="Aptos Narrow" panose="020B0004020202020204" pitchFamily="34" charset="0"/>
              </a:rPr>
              <a:t> do trabalho</a:t>
            </a:r>
            <a:endParaRPr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056" y="511744"/>
            <a:ext cx="7989752" cy="3630795"/>
          </a:xfrm>
        </p:spPr>
        <p:txBody>
          <a:bodyPr>
            <a:normAutofit/>
          </a:bodyPr>
          <a:lstStyle/>
          <a:p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Sistema para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cadastro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de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donos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e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seus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animais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.</a:t>
            </a:r>
          </a:p>
          <a:p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Permite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geração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de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relatórios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com base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em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consultas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LINQ.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E0457A-D69D-E1E6-05D9-56A494603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77" y="2912214"/>
            <a:ext cx="8890782" cy="38197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ptos Narrow" panose="020B0004020202020204" pitchFamily="34" charset="0"/>
              </a:rPr>
              <a:t>Diagrama</a:t>
            </a:r>
            <a:r>
              <a:rPr dirty="0">
                <a:latin typeface="Aptos Narrow" panose="020B0004020202020204" pitchFamily="34" charset="0"/>
              </a:rPr>
              <a:t> de Classe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056" y="727795"/>
            <a:ext cx="7989752" cy="3630795"/>
          </a:xfrm>
        </p:spPr>
        <p:txBody>
          <a:bodyPr>
            <a:normAutofit/>
          </a:bodyPr>
          <a:lstStyle/>
          <a:p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Diagrama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representando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as classes Dono e Animal e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seus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relacionamentos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8E9A610-1EBF-DC7A-A8CF-03267ADAC6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310" y="2913364"/>
            <a:ext cx="5862077" cy="3383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ptos Narrow" panose="020B0004020202020204" pitchFamily="34" charset="0"/>
              </a:rPr>
              <a:t>Estrutura</a:t>
            </a:r>
            <a:r>
              <a:rPr dirty="0">
                <a:latin typeface="Aptos Narrow" panose="020B0004020202020204" pitchFamily="34" charset="0"/>
              </a:rPr>
              <a:t> do </a:t>
            </a:r>
            <a:r>
              <a:rPr dirty="0" err="1">
                <a:latin typeface="Aptos Narrow" panose="020B0004020202020204" pitchFamily="34" charset="0"/>
              </a:rPr>
              <a:t>Projeto</a:t>
            </a:r>
            <a:endParaRPr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Models: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contém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as classes Dono, Animal e DTOs</a:t>
            </a:r>
          </a:p>
          <a:p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Data: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contexto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do banco (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AppDbContext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)</a:t>
            </a:r>
          </a:p>
          <a:p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Pages: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páginas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Razor (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Donos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e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Relatórios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)</a:t>
            </a:r>
          </a:p>
          <a:p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Program.cs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: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configuração</a:t>
            </a:r>
            <a:r>
              <a:rPr sz="2000" dirty="0">
                <a:solidFill>
                  <a:schemeClr val="tx1"/>
                </a:solidFill>
                <a:latin typeface="Aptos Narrow" panose="020B0004020202020204" pitchFamily="34" charset="0"/>
              </a:rPr>
              <a:t> da </a:t>
            </a:r>
            <a:r>
              <a:rPr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aplicação</a:t>
            </a:r>
            <a:endParaRPr sz="20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ptos Narrow" panose="020B0004020202020204" pitchFamily="34" charset="0"/>
              </a:rPr>
              <a:t>Classe Dono e Classe Animal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3662908"/>
            <a:ext cx="7989752" cy="3630795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Dono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possui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lista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de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animais</a:t>
            </a:r>
            <a:endParaRPr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Animal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possui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referência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ao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dono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lang="pt-BR" dirty="0">
                <a:solidFill>
                  <a:schemeClr val="tx1"/>
                </a:solidFill>
                <a:latin typeface="Aptos Narrow" panose="020B0004020202020204" pitchFamily="34" charset="0"/>
              </a:rPr>
              <a:t>por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chave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estrangeira</a:t>
            </a:r>
            <a:endParaRPr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C0273B2-FA3E-8E69-C00F-69EA16CB0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7" y="2190750"/>
            <a:ext cx="4733925" cy="24765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6F917EE-CB9A-B852-C316-23183E37E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102" y="2190750"/>
            <a:ext cx="3786681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ptos Narrow" panose="020B0004020202020204" pitchFamily="34" charset="0"/>
              </a:rPr>
              <a:t>AppDbContext</a:t>
            </a:r>
            <a:r>
              <a:rPr dirty="0">
                <a:latin typeface="Aptos Narrow" panose="020B0004020202020204" pitchFamily="34" charset="0"/>
              </a:rPr>
              <a:t> e </a:t>
            </a:r>
            <a:r>
              <a:rPr dirty="0" err="1">
                <a:latin typeface="Aptos Narrow" panose="020B0004020202020204" pitchFamily="34" charset="0"/>
              </a:rPr>
              <a:t>Program.cs</a:t>
            </a:r>
            <a:endParaRPr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124" y="3747240"/>
            <a:ext cx="7989752" cy="3630795"/>
          </a:xfrm>
        </p:spPr>
        <p:txBody>
          <a:bodyPr/>
          <a:lstStyle/>
          <a:p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Registro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das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entidades</a:t>
            </a:r>
            <a:endParaRPr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Configuração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do SQLite</a:t>
            </a:r>
          </a:p>
          <a:p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Mapeamento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do Razor Pages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80318B7-AEC4-C1DA-6954-5D5AACBA9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9236"/>
            <a:ext cx="4304714" cy="176800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8BA2EE9-365E-144D-DE8C-D8B677285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484" y="1955529"/>
            <a:ext cx="4700426" cy="191308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201A72A-23D4-3D76-D6F1-311BAA7DE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38" y="4189606"/>
            <a:ext cx="8719123" cy="537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ptos Narrow" panose="020B0004020202020204" pitchFamily="34" charset="0"/>
              </a:rPr>
              <a:t>Consultas</a:t>
            </a:r>
            <a:r>
              <a:rPr dirty="0">
                <a:latin typeface="Aptos Narrow" panose="020B0004020202020204" pitchFamily="34" charset="0"/>
              </a:rPr>
              <a:t> LINQ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990046"/>
            <a:ext cx="7989752" cy="3630795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Consulta 1: Join entre Dono e Animal</a:t>
            </a:r>
          </a:p>
          <a:p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Consulta 2: Group by – total de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animais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por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dono</a:t>
            </a:r>
            <a:endParaRPr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ptos Narrow" panose="020B0004020202020204" pitchFamily="34" charset="0"/>
              </a:rPr>
              <a:t>Consulta 3 – Filtro com WHERE e HAVING: Donos com 2 ou mais poodles</a:t>
            </a:r>
            <a:endParaRPr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5E78566-CC12-1C2C-2402-33D5A55B1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3520703"/>
            <a:ext cx="6334125" cy="73342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2D23C6-0260-C44B-21FD-5E1CBD1313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189988"/>
            <a:ext cx="6800850" cy="7334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6E42821-C05B-8820-3473-1A397A096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4901663"/>
            <a:ext cx="6343650" cy="17716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ptos Narrow" panose="020B0004020202020204" pitchFamily="34" charset="0"/>
              </a:rPr>
              <a:t>Relatórios</a:t>
            </a:r>
            <a:r>
              <a:rPr dirty="0">
                <a:latin typeface="Aptos Narrow" panose="020B0004020202020204" pitchFamily="34" charset="0"/>
              </a:rPr>
              <a:t> </a:t>
            </a:r>
            <a:r>
              <a:rPr dirty="0" err="1">
                <a:latin typeface="Aptos Narrow" panose="020B0004020202020204" pitchFamily="34" charset="0"/>
              </a:rPr>
              <a:t>Gerados</a:t>
            </a:r>
            <a:endParaRPr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411428"/>
            <a:ext cx="7989752" cy="3630795"/>
          </a:xfrm>
        </p:spPr>
        <p:txBody>
          <a:bodyPr/>
          <a:lstStyle/>
          <a:p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Relatórios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mostrados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em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tabela</a:t>
            </a:r>
            <a:endParaRPr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Exibe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dados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retornados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pelas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Aptos Narrow" panose="020B0004020202020204" pitchFamily="34" charset="0"/>
              </a:rPr>
              <a:t>consultas</a:t>
            </a:r>
            <a:r>
              <a:rPr dirty="0">
                <a:solidFill>
                  <a:schemeClr val="tx1"/>
                </a:solidFill>
                <a:latin typeface="Aptos Narrow" panose="020B0004020202020204" pitchFamily="34" charset="0"/>
              </a:rPr>
              <a:t> LINQ.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8F69602-5150-02EF-CC28-BF8A68443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23" y="2612195"/>
            <a:ext cx="6910956" cy="163360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9741FB7-644E-8C5F-88B0-AFE9A043F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0" y="4318269"/>
            <a:ext cx="7206377" cy="24256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ptos Narrow" panose="020B0004020202020204" pitchFamily="34" charset="0"/>
              </a:rPr>
              <a:t>CONCLUSÃO</a:t>
            </a:r>
            <a:endParaRPr dirty="0">
              <a:latin typeface="Aptos Narrow" panose="020B00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>
                <a:solidFill>
                  <a:schemeClr val="tx1"/>
                </a:solidFill>
                <a:latin typeface="Aptos Narrow" panose="020B0004020202020204" pitchFamily="34" charset="0"/>
              </a:rPr>
              <a:t>Sistema funcional com cadastro e relatórios.</a:t>
            </a:r>
            <a:endParaRPr sz="2000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r>
              <a:rPr lang="pt-BR" sz="2000" dirty="0">
                <a:solidFill>
                  <a:schemeClr val="tx1"/>
                </a:solidFill>
                <a:latin typeface="Aptos Narrow" panose="020B0004020202020204" pitchFamily="34" charset="0"/>
              </a:rPr>
              <a:t>Associação entre classes aplicada</a:t>
            </a:r>
          </a:p>
          <a:p>
            <a:r>
              <a:rPr lang="en-US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Consultas</a:t>
            </a:r>
            <a:r>
              <a:rPr lang="en-US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LINQ com JOIN, GROUP BY, WHERE e HAVING.</a:t>
            </a:r>
          </a:p>
          <a:p>
            <a:r>
              <a:rPr lang="pt-BR" sz="2000" dirty="0">
                <a:solidFill>
                  <a:schemeClr val="tx1"/>
                </a:solidFill>
                <a:latin typeface="Aptos Narrow" panose="020B0004020202020204" pitchFamily="34" charset="0"/>
              </a:rPr>
              <a:t>C#, </a:t>
            </a:r>
            <a:r>
              <a:rPr lang="pt-BR" sz="2000" dirty="0" err="1">
                <a:solidFill>
                  <a:schemeClr val="tx1"/>
                </a:solidFill>
                <a:latin typeface="Aptos Narrow" panose="020B0004020202020204" pitchFamily="34" charset="0"/>
              </a:rPr>
              <a:t>Razor</a:t>
            </a:r>
            <a:r>
              <a:rPr lang="pt-BR" sz="2000" dirty="0">
                <a:solidFill>
                  <a:schemeClr val="tx1"/>
                </a:solidFill>
                <a:latin typeface="Aptos Narrow" panose="020B0004020202020204" pitchFamily="34" charset="0"/>
              </a:rPr>
              <a:t> Pages e EF 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7C9A78-9CB1-D5FB-C49B-D6DA0DC68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ptos Narrow" panose="020B0004020202020204" pitchFamily="34" charset="0"/>
              </a:rPr>
              <a:t>Referências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340F69-16F8-6F58-B089-C00E7CC75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ASP .NET CORE MVC – Prof. </a:t>
            </a:r>
            <a:r>
              <a:rPr lang="pt-BR" b="0" i="0" dirty="0" err="1">
                <a:solidFill>
                  <a:schemeClr val="tx1"/>
                </a:solidFill>
                <a:effectLst/>
                <a:latin typeface="Aptos Narrow" panose="020B0004020202020204" pitchFamily="34" charset="0"/>
              </a:rPr>
              <a:t>Rosenclever</a:t>
            </a:r>
            <a:endParaRPr lang="pt-BR" b="0" i="0" dirty="0">
              <a:solidFill>
                <a:schemeClr val="tx1"/>
              </a:solidFill>
              <a:effectLst/>
              <a:latin typeface="Aptos Narrow" panose="020B00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ptos Narrow" panose="020B0004020202020204" pitchFamily="34" charset="0"/>
              </a:rPr>
              <a:t>Persistindo dados com Entity Framework Core – Prof. </a:t>
            </a:r>
            <a:r>
              <a:rPr lang="pt-BR" dirty="0" err="1">
                <a:solidFill>
                  <a:schemeClr val="tx1"/>
                </a:solidFill>
                <a:latin typeface="Aptos Narrow" panose="020B0004020202020204" pitchFamily="34" charset="0"/>
              </a:rPr>
              <a:t>Rosenclever</a:t>
            </a:r>
            <a:endParaRPr lang="pt-BR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ptos Narrow" panose="020B0004020202020204" pitchFamily="34" charset="0"/>
              </a:rPr>
              <a:t>ASSOCIAÇÕES ENTRE CLASSES EM C# COM EF CORE – Prof. </a:t>
            </a:r>
            <a:r>
              <a:rPr lang="pt-BR" dirty="0" err="1">
                <a:solidFill>
                  <a:schemeClr val="tx1"/>
                </a:solidFill>
                <a:latin typeface="Aptos Narrow" panose="020B0004020202020204" pitchFamily="34" charset="0"/>
              </a:rPr>
              <a:t>Rosenclever</a:t>
            </a:r>
            <a:endParaRPr lang="pt-BR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ptos Narrow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https://learn.microsoft.com/pt-br/dotnet/csharp/linq/standard-query-operators/</a:t>
            </a:r>
            <a:endParaRPr lang="pt-BR" dirty="0">
              <a:solidFill>
                <a:schemeClr val="tx1"/>
              </a:solidFill>
              <a:latin typeface="Aptos Narrow" panose="020B0004020202020204" pitchFamily="34" charset="0"/>
            </a:endParaRPr>
          </a:p>
          <a:p>
            <a:r>
              <a:rPr lang="pt-BR" dirty="0">
                <a:solidFill>
                  <a:schemeClr val="tx1"/>
                </a:solidFill>
                <a:latin typeface="Aptos Narrow" panose="020B0004020202020204" pitchFamily="34" charset="0"/>
              </a:rPr>
              <a:t>https://learn.microsoft.com/pt-br/dotnet/csharp/</a:t>
            </a:r>
          </a:p>
        </p:txBody>
      </p:sp>
    </p:spTree>
    <p:extLst>
      <p:ext uri="{BB962C8B-B14F-4D97-AF65-F5344CB8AC3E}">
        <p14:creationId xmlns:p14="http://schemas.microsoft.com/office/powerpoint/2010/main" val="237866747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150</TotalTime>
  <Words>270</Words>
  <Application>Microsoft Office PowerPoint</Application>
  <PresentationFormat>Apresentação na tela (4:3)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 Narrow</vt:lpstr>
      <vt:lpstr>Gill Sans MT</vt:lpstr>
      <vt:lpstr>Wingdings 2</vt:lpstr>
      <vt:lpstr>Dividendo</vt:lpstr>
      <vt:lpstr>Sistema de Clínica Veterinária</vt:lpstr>
      <vt:lpstr>Temática do trabalho</vt:lpstr>
      <vt:lpstr>Diagrama de Classe</vt:lpstr>
      <vt:lpstr>Estrutura do Projeto</vt:lpstr>
      <vt:lpstr>Classe Dono e Classe Animal</vt:lpstr>
      <vt:lpstr>AppDbContext e Program.cs</vt:lpstr>
      <vt:lpstr>Consultas LINQ</vt:lpstr>
      <vt:lpstr>Relatórios Gerados</vt:lpstr>
      <vt:lpstr>CONCLUSÃO</vt:lpstr>
      <vt:lpstr>Referências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Pedro</dc:creator>
  <cp:keywords/>
  <dc:description>
</dc:description>
  <cp:lastModifiedBy>Pedro</cp:lastModifiedBy>
  <cp:revision>15</cp:revision>
  <dcterms:created xsi:type="dcterms:W3CDTF">2013-01-27T09:14:16Z</dcterms:created>
  <dcterms:modified xsi:type="dcterms:W3CDTF">2025-04-14T15:50:09Z</dcterms:modified>
  <cp:category/>
</cp:coreProperties>
</file>